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the StrokeVision presentation. Today I will demonstrate how we integrated deep learning with secure clinical data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StrokeVision empowers healthcare professionals with instant risk assessments while maintaining strict data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utilized a decoupled architecture. Separating auth data (SQLite) from patient data (MongoDB) minimizes the blast radius of any potential breach.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the backbone. We use Bcrypt for passwords and enforce strict server-side validation to prevent Injection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dual-database entry strategy ensures granular access control. We openly acknowledge that field-level encryption is the next planned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adhered to GDPR principles like data minimization. The project was managed professionally using Git and CI/CD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now proceed to the live demo, showing the system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Notice how the system securely handles sessions and blocks unauthorized role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input validation layer is our first line of defense against injection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test suite ensures that security logic remains intact even as features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explicitly mapped our defenses against the OWASP Top 10 vulnerabilities.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is strong, but we recognize the need for field-level encryption in the next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is clear: enhance data-at-rest security and improve deployment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 I am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StrokeVision: Decision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Secure, AI-Driven Clinical Web Application</a:t>
            </a:r>
          </a:p>
          <a:p>
            <a:r>
              <a:t>Presenter: [Your Name]</a:t>
            </a:r>
          </a:p>
          <a:p>
            <a:r>
              <a:t>Duration: 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Early detection of stroke risk using ML on patient vitals.</a:t>
            </a:r>
          </a:p>
          <a:p>
            <a:r>
              <a:t>Key Features:</a:t>
            </a:r>
          </a:p>
          <a:p>
            <a:pPr lvl="1"/>
            <a:r>
              <a:t>  - Role-Based Access Control (RBAC)</a:t>
            </a:r>
          </a:p>
          <a:p>
            <a:pPr lvl="1"/>
            <a:r>
              <a:t>  - Secure CRUD for Patient Records</a:t>
            </a:r>
          </a:p>
          <a:p>
            <a:pPr lvl="1"/>
            <a:r>
              <a:t>  - Real-time Risk Prediction (Keras/TensorFlow)</a:t>
            </a:r>
          </a:p>
          <a:p>
            <a:r>
              <a:t>Target Users: Doctors, Nurses,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Architecture (SSDLC)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Single Page Application (Vanilla JS)</a:t>
            </a:r>
          </a:p>
          <a:p>
            <a:r>
              <a:t>Backend: Flask REST API (Secure Gateway)</a:t>
            </a:r>
          </a:p>
          <a:p>
            <a:r>
              <a:t>Databases (Separation of Concerns):</a:t>
            </a:r>
          </a:p>
          <a:p>
            <a:pPr lvl="1"/>
            <a:r>
              <a:t>  - SQLite: User Auth &amp; Credentials</a:t>
            </a:r>
          </a:p>
          <a:p>
            <a:pPr lvl="1"/>
            <a:r>
              <a:t>  - MongoDB: Patient Health Records</a:t>
            </a:r>
          </a:p>
          <a:p>
            <a:r>
              <a:t>SSDLC: Security integrated at Design, Implementation,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Authentication: Hybrid Session (Flask-Login) + JWT</a:t>
            </a:r>
          </a:p>
          <a:p>
            <a:r>
              <a:t>Data Protection: Bcrypt Password Hashing (Work Factor 12)</a:t>
            </a:r>
          </a:p>
          <a:p>
            <a:r>
              <a:t>Input Validation: Server-Side (Flask-WTF) &amp; Sanitization</a:t>
            </a:r>
          </a:p>
          <a:p>
            <a:r>
              <a:t>Network Security: CSRF Protection &amp; Secure Headers</a:t>
            </a:r>
          </a:p>
          <a:p>
            <a:r>
              <a:t>Session Management: HttpOnly, Secure Cookies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Separation Strategy:</a:t>
            </a:r>
          </a:p>
          <a:p>
            <a:pPr lvl="1"/>
            <a:r>
              <a:t>  - Users.db (SQLite) vs StrokeVision_DB (MongoDB)</a:t>
            </a:r>
          </a:p>
          <a:p>
            <a:r>
              <a:t>Access Control: Least Privilege Connection Strings</a:t>
            </a:r>
          </a:p>
          <a:p>
            <a:r>
              <a:t>Encryption Strategy:</a:t>
            </a:r>
          </a:p>
          <a:p>
            <a:pPr lvl="1"/>
            <a:r>
              <a:t>  - Implemented: Password Hashing</a:t>
            </a:r>
          </a:p>
          <a:p>
            <a:pPr lvl="1"/>
            <a:r>
              <a:t>  - Planned: Field-Level AES Encryption for Patient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Professional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(GDPR/UK DPA):</a:t>
            </a:r>
          </a:p>
          <a:p>
            <a:pPr lvl="1"/>
            <a:r>
              <a:t>  - Data Minimization (Only vital fields collected)</a:t>
            </a:r>
          </a:p>
          <a:p>
            <a:pPr lvl="1"/>
            <a:r>
              <a:t>  - Accountability (Audit properties on records)</a:t>
            </a:r>
          </a:p>
          <a:p>
            <a:r>
              <a:t>Professional Practices:</a:t>
            </a:r>
          </a:p>
          <a:p>
            <a:pPr lvl="1"/>
            <a:r>
              <a:t>  - Version Control (Git/GitHub)</a:t>
            </a:r>
          </a:p>
          <a:p>
            <a:pPr lvl="1"/>
            <a:r>
              <a:t>  - Automated Testing (pytest)</a:t>
            </a:r>
          </a:p>
          <a:p>
            <a:pPr lvl="1"/>
            <a:r>
              <a:t>  - Comprehensive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Overview (Live)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Full Lifecycle Demo</a:t>
            </a:r>
          </a:p>
          <a:p>
            <a:r>
              <a:t>1. Secure Registration &amp; Login</a:t>
            </a:r>
          </a:p>
          <a:p>
            <a:r>
              <a:t>2. Role-Based Access Control (Admin blocks)</a:t>
            </a:r>
          </a:p>
          <a:p>
            <a:r>
              <a:t>3. CRUD Operations &amp; Validation</a:t>
            </a:r>
          </a:p>
          <a:p>
            <a:r>
              <a:t>4. Security Defense (XSS/CSRF)</a:t>
            </a:r>
          </a:p>
          <a:p>
            <a:r>
              <a:t>5. Audit Logs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Authentication &amp; RBAC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Verify Access Controls</a:t>
            </a:r>
          </a:p>
          <a:p>
            <a:r>
              <a:t>Evidence:</a:t>
            </a:r>
          </a:p>
          <a:p>
            <a:pPr lvl="1"/>
            <a:r>
              <a:t>  - Secure Redirects after Login</a:t>
            </a:r>
          </a:p>
          <a:p>
            <a:pPr lvl="1"/>
            <a:r>
              <a:t>  - 403 Forbidden on Unauthorized Access</a:t>
            </a:r>
          </a:p>
          <a:p>
            <a:pPr lvl="1"/>
            <a:r>
              <a:t>  - HttpOnly Cookie inspection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Patient Management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Verify Data Integrity</a:t>
            </a:r>
          </a:p>
          <a:p>
            <a:r>
              <a:t>Evidence:</a:t>
            </a:r>
          </a:p>
          <a:p>
            <a:pPr lvl="1"/>
            <a:r>
              <a:t>  - Inputs Rejected (Invalid Age/Formats)</a:t>
            </a:r>
          </a:p>
          <a:p>
            <a:pPr lvl="1"/>
            <a:r>
              <a:t>  - XSS Payloads Sanitized</a:t>
            </a:r>
          </a:p>
          <a:p>
            <a:pPr lvl="1"/>
            <a:r>
              <a:t>  - Successful MongoDB Persistence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Testing &amp; Code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Verify Reliability</a:t>
            </a:r>
          </a:p>
          <a:p>
            <a:r>
              <a:t>Evidence:</a:t>
            </a:r>
          </a:p>
          <a:p>
            <a:pPr lvl="1"/>
            <a:r>
              <a:t>  - Passing `pytest` Suite</a:t>
            </a:r>
          </a:p>
          <a:p>
            <a:pPr lvl="1"/>
            <a:r>
              <a:t>  - Structured GitHub Commit History</a:t>
            </a:r>
          </a:p>
          <a:p>
            <a:pPr lvl="1"/>
            <a:r>
              <a:t>  - Clean Code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A01: Broken Access Control -&gt; RBAC Implementation</a:t>
            </a:r>
          </a:p>
          <a:p>
            <a:r>
              <a:t>A02: Cryptographic Failures -&gt; Bcrypt &amp; HTTPS</a:t>
            </a:r>
          </a:p>
          <a:p>
            <a:r>
              <a:t>A03: Injection -&gt; ORM &amp; WTForms</a:t>
            </a:r>
          </a:p>
          <a:p>
            <a:r>
              <a:t>A04: Insecure Design -&gt; Threat 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Reflections &amp;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Robust Auth, Clean UI, Strong Architecture.</a:t>
            </a:r>
          </a:p>
          <a:p>
            <a:r>
              <a:t>Limitations:</a:t>
            </a:r>
          </a:p>
          <a:p>
            <a:pPr lvl="1"/>
            <a:r>
              <a:t>  - Missing Field-Level Encryption</a:t>
            </a:r>
          </a:p>
          <a:p>
            <a:pPr lvl="1"/>
            <a:r>
              <a:t>  - Lack of MFA</a:t>
            </a:r>
          </a:p>
          <a:p>
            <a:r>
              <a:t>Challenges: Managing Dual-Database Consistency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Immediate: Implement AES Encryption for Patient PII</a:t>
            </a:r>
          </a:p>
          <a:p>
            <a:r>
              <a:t>Short-Term: Add Multi-Factor Authentication</a:t>
            </a:r>
          </a:p>
          <a:p>
            <a:r>
              <a:t>Long-Term: Docker Containerization</a:t>
            </a:r>
          </a:p>
          <a:p>
            <a:r>
              <a:t>Testing: End-to-End Browser Testing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Professional, Secure, Compliant.</a:t>
            </a:r>
          </a:p>
          <a:p>
            <a:r>
              <a:t>Key Takeaway: Security is integral to the design.</a:t>
            </a:r>
          </a:p>
          <a:p>
            <a:r>
              <a:t>Thank You /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